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04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87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11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62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80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55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31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60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86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14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031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041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894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34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953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58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B7D8F44-8D0A-487A-A2C9-D52F106D4D5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ACAECDA-FE0B-493B-AE2E-0485E9634C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07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42F-D26F-46A0-9B04-D6C26C18D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Flow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57DCE-9239-43CB-904B-EC39B7DEF4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de Uso</a:t>
            </a:r>
          </a:p>
        </p:txBody>
      </p:sp>
    </p:spTree>
    <p:extLst>
      <p:ext uri="{BB962C8B-B14F-4D97-AF65-F5344CB8AC3E}">
        <p14:creationId xmlns:p14="http://schemas.microsoft.com/office/powerpoint/2010/main" val="33643473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Projeto Git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Git Flow</dc:title>
  <dc:creator>Administrator</dc:creator>
  <cp:lastModifiedBy>Laboratório FIAP</cp:lastModifiedBy>
  <cp:revision>2</cp:revision>
  <dcterms:created xsi:type="dcterms:W3CDTF">2026-04-07T14:25:05Z</dcterms:created>
  <dcterms:modified xsi:type="dcterms:W3CDTF">2026-04-07T14:25:37Z</dcterms:modified>
</cp:coreProperties>
</file>